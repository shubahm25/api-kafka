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Cabin" charset="1" panose="00000500000000000000"/>
      <p:regular r:id="rId17"/>
    </p:embeddedFont>
    <p:embeddedFont>
      <p:font typeface="Cabi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5" y="3024336"/>
            <a:ext cx="9335691" cy="181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API and Kafka Quiz Challenge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2757487"/>
            <a:chOff x="0" y="0"/>
            <a:chExt cx="24384000" cy="36766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676650"/>
            </a:xfrm>
            <a:custGeom>
              <a:avLst/>
              <a:gdLst/>
              <a:ahLst/>
              <a:cxnLst/>
              <a:rect r="r" b="b" t="t" l="l"/>
              <a:pathLst>
                <a:path h="36766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76650"/>
                  </a:lnTo>
                  <a:lnTo>
                    <a:pt x="0" y="367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6" r="0" b="-8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2120" y="3326011"/>
            <a:ext cx="5874692" cy="68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1: API Basics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20" y="4082057"/>
            <a:ext cx="11859369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ordering biryani on Swiggy at 2 AM. What's the API doing?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7832" y="4807000"/>
            <a:ext cx="8290172" cy="2351038"/>
            <a:chOff x="0" y="0"/>
            <a:chExt cx="11053563" cy="31347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0695" y="4849862"/>
            <a:ext cx="8204447" cy="661690"/>
            <a:chOff x="0" y="0"/>
            <a:chExt cx="10939263" cy="8822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37498" y="5011936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1259" y="5713065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259" y="6122194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The API is sleeping because it's night time, so your order gets delayed until morning when servers wake up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39994" y="4807000"/>
            <a:ext cx="8290172" cy="2351038"/>
            <a:chOff x="0" y="0"/>
            <a:chExt cx="11053563" cy="31347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82856" y="4849862"/>
            <a:ext cx="8204447" cy="661690"/>
            <a:chOff x="0" y="0"/>
            <a:chExt cx="10939263" cy="8822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219659" y="5011936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3420" y="5713065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03420" y="6122194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Acting as a waiter between you and the restaurant—taking your order, checking availability, and bringing back the confirmation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7832" y="7350026"/>
            <a:ext cx="8290172" cy="2351038"/>
            <a:chOff x="0" y="0"/>
            <a:chExt cx="11053563" cy="31347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0695" y="7392889"/>
            <a:ext cx="8204447" cy="661690"/>
            <a:chOff x="0" y="0"/>
            <a:chExt cx="10939263" cy="8822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737498" y="7554962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259" y="8256091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259" y="8665220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Directly cooking the biryani in the cloud and teleporting it to your doorstep using 5G technology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9994" y="7350026"/>
            <a:ext cx="8290172" cy="2351038"/>
            <a:chOff x="0" y="0"/>
            <a:chExt cx="11053563" cy="31347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82856" y="7392889"/>
            <a:ext cx="8204447" cy="661690"/>
            <a:chOff x="0" y="0"/>
            <a:chExt cx="10939263" cy="8822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219659" y="7554962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03420" y="8256091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03420" y="8665220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Sending your hunger signals telepathically to the restaurant chef who magically knows what you want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4410" y="1425774"/>
            <a:ext cx="9085660" cy="68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2: REST API Adventures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410" y="2174528"/>
            <a:ext cx="9921180" cy="77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added 5 kurtas to your Myntra cart, but when you refresh, only 2 remain. What REST API method failed?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4410" y="3277641"/>
            <a:ext cx="9921180" cy="1222325"/>
            <a:chOff x="0" y="0"/>
            <a:chExt cx="13228240" cy="1629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9912" y="3464570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912" y="3882330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DELETE—Someone's jealous ex remotely cleared your cart while you weren't looking at your phone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4410" y="4715470"/>
            <a:ext cx="9921180" cy="1222325"/>
            <a:chOff x="0" y="0"/>
            <a:chExt cx="13228240" cy="1629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9912" y="4902399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9912" y="5320159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GET—The API forgot its glasses and couldn't read your cart properly, so it made up random numbers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4410" y="6153299"/>
            <a:ext cx="9921180" cy="1222325"/>
            <a:chOff x="0" y="0"/>
            <a:chExt cx="13228240" cy="16297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9912" y="6340227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912" y="6757988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POST—The API only saved 2 items because your internet was slower than your grandma's 2G phone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4410" y="7591127"/>
            <a:ext cx="9921180" cy="1222325"/>
            <a:chOff x="0" y="0"/>
            <a:chExt cx="13228240" cy="16297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9912" y="7778055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912" y="8195816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PUT—Your cat walked on the keyboard and accidentally updated your cart while you were making chai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2605" y="435322"/>
            <a:ext cx="7727156" cy="54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3: API Authentication Fun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2605" y="1431578"/>
            <a:ext cx="8331399" cy="8331399"/>
            <a:chOff x="0" y="0"/>
            <a:chExt cx="11108532" cy="1110853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108563" cy="11108563"/>
            </a:xfrm>
            <a:custGeom>
              <a:avLst/>
              <a:gdLst/>
              <a:ahLst/>
              <a:cxnLst/>
              <a:rect r="r" b="b" t="t" l="l"/>
              <a:pathLst>
                <a:path h="11108563" w="11108563">
                  <a:moveTo>
                    <a:pt x="0" y="0"/>
                  </a:moveTo>
                  <a:lnTo>
                    <a:pt x="11108563" y="0"/>
                  </a:lnTo>
                  <a:lnTo>
                    <a:pt x="11108563" y="11108563"/>
                  </a:lnTo>
                  <a:lnTo>
                    <a:pt x="0" y="11108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63521" y="1372046"/>
            <a:ext cx="8331399" cy="64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trying to login to Instagram using Facebook. What authentication method is this?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63521" y="2469505"/>
            <a:ext cx="8331399" cy="1322486"/>
            <a:chOff x="0" y="0"/>
            <a:chExt cx="11108532" cy="17633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63521" y="2450455"/>
            <a:ext cx="8331399" cy="76200"/>
            <a:chOff x="0" y="0"/>
            <a:chExt cx="11108532" cy="10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70930" y="2211289"/>
            <a:ext cx="516582" cy="516583"/>
            <a:chOff x="0" y="0"/>
            <a:chExt cx="688777" cy="6887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25860" y="2264271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54766" y="2880866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4766" y="3268116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Basic Auth—Username "cool_dude_123" and password "password123" written on a sticky note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63521" y="4222402"/>
            <a:ext cx="8331399" cy="1322486"/>
            <a:chOff x="0" y="0"/>
            <a:chExt cx="11108532" cy="17633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63521" y="4203352"/>
            <a:ext cx="8331399" cy="76200"/>
            <a:chOff x="0" y="0"/>
            <a:chExt cx="11108532" cy="10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270930" y="3964186"/>
            <a:ext cx="516582" cy="516582"/>
            <a:chOff x="0" y="0"/>
            <a:chExt cx="688777" cy="6887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425860" y="4017169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4766" y="4633764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4766" y="5021015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OAuth 2.0—Facebook vouches for you like your friend introducing you at a party: "They're cool, let them in!"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63521" y="5975300"/>
            <a:ext cx="8331399" cy="1322486"/>
            <a:chOff x="0" y="0"/>
            <a:chExt cx="11108532" cy="17633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63521" y="5956250"/>
            <a:ext cx="8331399" cy="76200"/>
            <a:chOff x="0" y="0"/>
            <a:chExt cx="11108532" cy="10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270930" y="5717084"/>
            <a:ext cx="516582" cy="516582"/>
            <a:chOff x="0" y="0"/>
            <a:chExt cx="688777" cy="6887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425860" y="5770066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4766" y="6386661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54766" y="6773912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Key—A secret handshake only you and Mark Zuckerberg know about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63521" y="7728197"/>
            <a:ext cx="8331399" cy="1322486"/>
            <a:chOff x="0" y="0"/>
            <a:chExt cx="11108532" cy="17633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63521" y="7709147"/>
            <a:ext cx="8331399" cy="76200"/>
            <a:chOff x="0" y="0"/>
            <a:chExt cx="11108532" cy="10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270930" y="7469981"/>
            <a:ext cx="516582" cy="516582"/>
            <a:chOff x="0" y="0"/>
            <a:chExt cx="688777" cy="6887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3425860" y="7522964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54766" y="8139559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54766" y="8526810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JWT Token—A magical aadhar card that expires every 5 minutes just to annoy you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51105" y="862756"/>
            <a:ext cx="8889504" cy="70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4: Kafka 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1105" y="1629370"/>
            <a:ext cx="9843790" cy="8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ordered pizza and you're obsessively refreshing the Domino's tracker. How is Kafka involved?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51105" y="2797671"/>
            <a:ext cx="1133029" cy="1647081"/>
            <a:chOff x="0" y="0"/>
            <a:chExt cx="1510705" cy="219610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-2" b="-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10650" y="3005138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0650" y="3416945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is the delivery boy's name, and he's personally updating you via WhatsApp every 30 seconds about traffic conditions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51105" y="4444752"/>
            <a:ext cx="1133029" cy="1647081"/>
            <a:chOff x="0" y="0"/>
            <a:chExt cx="1510705" cy="219610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" r="-2" b="-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010650" y="4652219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0650" y="5064026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Streaming real-time location updates from the delivery bike's GPS—"Your pizza is stuck in Bangalore traffic" notifications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51105" y="6091832"/>
            <a:ext cx="1133029" cy="1647081"/>
            <a:chOff x="0" y="0"/>
            <a:chExt cx="1510705" cy="219610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" r="-2" b="-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010650" y="6299299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10650" y="6711106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coffee machine at Domino's that powers all their servers (because it's named after Franz Kafka, the writer who loved coffee)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51105" y="7738914"/>
            <a:ext cx="1133029" cy="1647081"/>
            <a:chOff x="0" y="0"/>
            <a:chExt cx="1510705" cy="219610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-2" b="-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010650" y="7946380"/>
            <a:ext cx="2666108" cy="35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0650" y="8358187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fortune-telling system that predicts when you'll get hungry and pre-makes your favourite pizza before you even order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024485"/>
            <a:chOff x="0" y="0"/>
            <a:chExt cx="24384000" cy="403264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032631"/>
            </a:xfrm>
            <a:custGeom>
              <a:avLst/>
              <a:gdLst/>
              <a:ahLst/>
              <a:cxnLst/>
              <a:rect r="r" b="b" t="t" l="l"/>
              <a:pathLst>
                <a:path h="40326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32631"/>
                  </a:lnTo>
                  <a:lnTo>
                    <a:pt x="0" y="4032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" r="0" b="-7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6833" y="3652837"/>
            <a:ext cx="12412415" cy="74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5: Kafka Topics and Partitions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833" y="4470647"/>
            <a:ext cx="16594336" cy="88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Your family WhatsApp group has 47 unread messages. How are Kafka topics similar?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6833" y="5715744"/>
            <a:ext cx="16594336" cy="3904804"/>
            <a:chOff x="0" y="0"/>
            <a:chExt cx="22125782" cy="52064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5814" cy="5206365"/>
            </a:xfrm>
            <a:custGeom>
              <a:avLst/>
              <a:gdLst/>
              <a:ahLst/>
              <a:cxnLst/>
              <a:rect r="r" b="b" t="t" l="l"/>
              <a:pathLst>
                <a:path h="5206365" w="22125814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22077426" y="0"/>
                  </a:lnTo>
                  <a:cubicBezTo>
                    <a:pt x="22104096" y="0"/>
                    <a:pt x="22125814" y="21717"/>
                    <a:pt x="22125814" y="48387"/>
                  </a:cubicBezTo>
                  <a:lnTo>
                    <a:pt x="22125814" y="5157978"/>
                  </a:lnTo>
                  <a:cubicBezTo>
                    <a:pt x="22125814" y="5184648"/>
                    <a:pt x="22104096" y="5206365"/>
                    <a:pt x="22077426" y="5206365"/>
                  </a:cubicBezTo>
                  <a:lnTo>
                    <a:pt x="48387" y="5206365"/>
                  </a:lnTo>
                  <a:cubicBezTo>
                    <a:pt x="21717" y="5206365"/>
                    <a:pt x="0" y="5184648"/>
                    <a:pt x="0" y="5157978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6833" y="5715744"/>
            <a:ext cx="8297167" cy="2145952"/>
            <a:chOff x="0" y="0"/>
            <a:chExt cx="11062890" cy="2861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2843" cy="2861310"/>
            </a:xfrm>
            <a:custGeom>
              <a:avLst/>
              <a:gdLst/>
              <a:ahLst/>
              <a:cxnLst/>
              <a:rect r="r" b="b" t="t" l="l"/>
              <a:pathLst>
                <a:path h="2861310" w="11062843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11014456" y="0"/>
                  </a:lnTo>
                  <a:cubicBezTo>
                    <a:pt x="11041126" y="0"/>
                    <a:pt x="11062843" y="21717"/>
                    <a:pt x="11062843" y="48387"/>
                  </a:cubicBezTo>
                  <a:lnTo>
                    <a:pt x="11062843" y="2812923"/>
                  </a:lnTo>
                  <a:cubicBezTo>
                    <a:pt x="11062843" y="2839593"/>
                    <a:pt x="11041126" y="2861310"/>
                    <a:pt x="11014456" y="2861310"/>
                  </a:cubicBezTo>
                  <a:lnTo>
                    <a:pt x="48387" y="2861310"/>
                  </a:lnTo>
                  <a:cubicBezTo>
                    <a:pt x="21717" y="2861310"/>
                    <a:pt x="0" y="2839593"/>
                    <a:pt x="0" y="2812923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8677" y="5929015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677" y="6382345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Each topic is like your aunt's forwards—irrelevant, unstoppable, and multiplying faster than you can read them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5715744"/>
            <a:ext cx="8297167" cy="2145952"/>
            <a:chOff x="0" y="0"/>
            <a:chExt cx="11062890" cy="2861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62843" cy="2861310"/>
            </a:xfrm>
            <a:custGeom>
              <a:avLst/>
              <a:gdLst/>
              <a:ahLst/>
              <a:cxnLst/>
              <a:rect r="r" b="b" t="t" l="l"/>
              <a:pathLst>
                <a:path h="2861310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861310"/>
                  </a:lnTo>
                  <a:lnTo>
                    <a:pt x="0" y="2861310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5715744"/>
            <a:ext cx="28575" cy="2145952"/>
            <a:chOff x="0" y="0"/>
            <a:chExt cx="38100" cy="2861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2861310"/>
            </a:xfrm>
            <a:custGeom>
              <a:avLst/>
              <a:gdLst/>
              <a:ahLst/>
              <a:cxnLst/>
              <a:rect r="r" b="b" t="t" l="l"/>
              <a:pathLst>
                <a:path h="286131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842260"/>
                  </a:lnTo>
                  <a:cubicBezTo>
                    <a:pt x="38100" y="2852801"/>
                    <a:pt x="29591" y="2861310"/>
                    <a:pt x="19050" y="2861310"/>
                  </a:cubicBezTo>
                  <a:cubicBezTo>
                    <a:pt x="8509" y="2861310"/>
                    <a:pt x="0" y="2852801"/>
                    <a:pt x="0" y="284226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85846" y="5929015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85846" y="6382345"/>
            <a:ext cx="7813476" cy="123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Topics are categories (like "Good Morning" messages, political debates, recipe videos), and partitions split them so multiple people can handle the chaos simultaneously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6833" y="7861697"/>
            <a:ext cx="8297167" cy="1758851"/>
            <a:chOff x="0" y="0"/>
            <a:chExt cx="11062890" cy="23451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2843" cy="2345182"/>
            </a:xfrm>
            <a:custGeom>
              <a:avLst/>
              <a:gdLst/>
              <a:ahLst/>
              <a:cxnLst/>
              <a:rect r="r" b="b" t="t" l="l"/>
              <a:pathLst>
                <a:path h="2345182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345182"/>
                  </a:lnTo>
                  <a:lnTo>
                    <a:pt x="0" y="2345182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6833" y="7861697"/>
            <a:ext cx="8297167" cy="28575"/>
            <a:chOff x="0" y="0"/>
            <a:chExt cx="1106289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62843" cy="38100"/>
            </a:xfrm>
            <a:custGeom>
              <a:avLst/>
              <a:gdLst/>
              <a:ahLst/>
              <a:cxnLst/>
              <a:rect r="r" b="b" t="t" l="l"/>
              <a:pathLst>
                <a:path h="38100" w="110628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043793" y="0"/>
                  </a:lnTo>
                  <a:cubicBezTo>
                    <a:pt x="11054335" y="0"/>
                    <a:pt x="11062843" y="8509"/>
                    <a:pt x="11062843" y="19050"/>
                  </a:cubicBezTo>
                  <a:cubicBezTo>
                    <a:pt x="11062843" y="29591"/>
                    <a:pt x="11054335" y="38100"/>
                    <a:pt x="110437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88677" y="8074967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677" y="8528298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Partitions are different phone numbers you use to escape the group, but you keep getting added back by determined relatives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4000" y="7861697"/>
            <a:ext cx="8297167" cy="1758851"/>
            <a:chOff x="0" y="0"/>
            <a:chExt cx="11062890" cy="23451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2843" cy="2345182"/>
            </a:xfrm>
            <a:custGeom>
              <a:avLst/>
              <a:gdLst/>
              <a:ahLst/>
              <a:cxnLst/>
              <a:rect r="r" b="b" t="t" l="l"/>
              <a:pathLst>
                <a:path h="2345182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345182"/>
                  </a:lnTo>
                  <a:lnTo>
                    <a:pt x="0" y="2345182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7861697"/>
            <a:ext cx="28575" cy="1758851"/>
            <a:chOff x="0" y="0"/>
            <a:chExt cx="38100" cy="23451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2345182"/>
            </a:xfrm>
            <a:custGeom>
              <a:avLst/>
              <a:gdLst/>
              <a:ahLst/>
              <a:cxnLst/>
              <a:rect r="r" b="b" t="t" l="l"/>
              <a:pathLst>
                <a:path h="234518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26132"/>
                  </a:lnTo>
                  <a:cubicBezTo>
                    <a:pt x="38100" y="2336673"/>
                    <a:pt x="29591" y="2345182"/>
                    <a:pt x="19050" y="2345182"/>
                  </a:cubicBezTo>
                  <a:cubicBezTo>
                    <a:pt x="8509" y="2345182"/>
                    <a:pt x="0" y="2336673"/>
                    <a:pt x="0" y="2326132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0" y="7861697"/>
            <a:ext cx="8297167" cy="28575"/>
            <a:chOff x="0" y="0"/>
            <a:chExt cx="1106289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2843" cy="38100"/>
            </a:xfrm>
            <a:custGeom>
              <a:avLst/>
              <a:gdLst/>
              <a:ahLst/>
              <a:cxnLst/>
              <a:rect r="r" b="b" t="t" l="l"/>
              <a:pathLst>
                <a:path h="38100" w="110628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043793" y="0"/>
                  </a:lnTo>
                  <a:cubicBezTo>
                    <a:pt x="11054335" y="0"/>
                    <a:pt x="11062843" y="8509"/>
                    <a:pt x="11062843" y="19050"/>
                  </a:cubicBezTo>
                  <a:cubicBezTo>
                    <a:pt x="11062843" y="29591"/>
                    <a:pt x="11054335" y="38100"/>
                    <a:pt x="110437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385846" y="8074967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85846" y="8528298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Topics are deleted automatically after 7 days, just like your motivation to reply to everyone's "GM" messages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7282" y="462706"/>
            <a:ext cx="9150846" cy="57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6: Producers and Consumers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7282" y="1472356"/>
            <a:ext cx="8284666" cy="98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YouTube keeps sending you notifications for channels you don't even remember subscribing to. Who's the producer and consumer?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7282" y="2584400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7282" y="2950815"/>
            <a:ext cx="8284666" cy="19050"/>
            <a:chOff x="0" y="0"/>
            <a:chExt cx="11046222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37282" y="3051274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282" y="3472606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Your sleep-deprived 3 AM self randomly subscribing. Consumer: Morning-you wondering "Why am I getting cat videos?"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282" y="4354860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7282" y="4721275"/>
            <a:ext cx="8284666" cy="19050"/>
            <a:chOff x="0" y="0"/>
            <a:chExt cx="11046222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7282" y="4821734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282" y="5243066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YouTube channels posting videos. Consumer: Your notification-addicted brain checking every single ping immediately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282" y="6125319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7282" y="6491734"/>
            <a:ext cx="8284666" cy="19050"/>
            <a:chOff x="0" y="0"/>
            <a:chExt cx="11046222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37282" y="6592192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282" y="7013525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YouTube's algorithm. Consumer: Your data plan crying as it downloads HD thumbnails you'll never watch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282" y="7895779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7282" y="8262194"/>
            <a:ext cx="8284666" cy="19050"/>
            <a:chOff x="0" y="0"/>
            <a:chExt cx="11046222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37282" y="8362653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7282" y="8783985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Your friend who hacked your account. Consumer: Everyone laughing at your "subscribe to my gaming channel" comments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75576" y="1514178"/>
            <a:ext cx="8284666" cy="8284666"/>
            <a:chOff x="0" y="0"/>
            <a:chExt cx="11046222" cy="1104622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046206" cy="11046206"/>
            </a:xfrm>
            <a:custGeom>
              <a:avLst/>
              <a:gdLst/>
              <a:ahLst/>
              <a:cxnLst/>
              <a:rect r="r" b="b" t="t" l="l"/>
              <a:pathLst>
                <a:path h="11046206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11046206"/>
                  </a:lnTo>
                  <a:lnTo>
                    <a:pt x="0" y="1104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2177951"/>
            <a:ext cx="12378481" cy="93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7: Real-Time Streaming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3196679"/>
            <a:ext cx="16193690" cy="10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watching IPL, and the score updates faster on Cricbuzz than on TV. What's Kafka's role?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is the commentator's pet parrot that memorises scores and tweets them out before the TV broadcast catches 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9041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9041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Streaming live events from the stadium in milliseconds—every run, wicket, and boundary delivered to your phone before your TV buffers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0929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0929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time machine that shows you future scores, which is why your neighbour's cheering spoils the match for you watching on TV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72815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2815" y="5562600"/>
            <a:ext cx="3768030" cy="201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group of data entry interns manually typing scores really, really fast while surviving on samosas and energy drinks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8092" y="891182"/>
            <a:ext cx="12350503" cy="82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8: API vs Kafka Integration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8092" y="1796206"/>
            <a:ext cx="16431816" cy="96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placed an order on Flipkart during Big Billion Days sale. How do API and Kafka work together in this chaos?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8092" y="6041231"/>
            <a:ext cx="16431816" cy="28575"/>
            <a:chOff x="0" y="0"/>
            <a:chExt cx="21909088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9151" cy="38100"/>
            </a:xfrm>
            <a:custGeom>
              <a:avLst/>
              <a:gdLst/>
              <a:ahLst/>
              <a:cxnLst/>
              <a:rect r="r" b="b" t="t" l="l"/>
              <a:pathLst>
                <a:path h="38100" w="2190915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890101" y="0"/>
                  </a:lnTo>
                  <a:cubicBezTo>
                    <a:pt x="21900642" y="0"/>
                    <a:pt x="21909151" y="8509"/>
                    <a:pt x="21909151" y="19050"/>
                  </a:cubicBezTo>
                  <a:cubicBezTo>
                    <a:pt x="21909151" y="29591"/>
                    <a:pt x="21900642" y="38100"/>
                    <a:pt x="2189010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00512" y="5245819"/>
            <a:ext cx="28575" cy="795486"/>
            <a:chOff x="0" y="0"/>
            <a:chExt cx="38100" cy="1060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16549" y="5742905"/>
            <a:ext cx="596653" cy="596653"/>
            <a:chOff x="0" y="0"/>
            <a:chExt cx="795537" cy="795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927649" y="5845299"/>
            <a:ext cx="374302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5081" y="313952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155" y="362188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takes your order while crying, Kafka streams "out of stock" messages, and both blame each other for the disaster in morning standup meetings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53164" y="6041156"/>
            <a:ext cx="28575" cy="795486"/>
            <a:chOff x="0" y="0"/>
            <a:chExt cx="38100" cy="1060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69200" y="5742905"/>
            <a:ext cx="596653" cy="596653"/>
            <a:chOff x="0" y="0"/>
            <a:chExt cx="795537" cy="795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280300" y="5845299"/>
            <a:ext cx="374302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07732" y="708287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45806" y="7565231"/>
            <a:ext cx="5843736" cy="178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handles your checkout (payment, address), Kafka streams order status updates (packed, shipped, "delivery boy is lost") in real-time to your anxious refreshing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05815" y="5245819"/>
            <a:ext cx="28575" cy="795486"/>
            <a:chOff x="0" y="0"/>
            <a:chExt cx="38100" cy="1060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21851" y="5742905"/>
            <a:ext cx="596653" cy="596653"/>
            <a:chOff x="0" y="0"/>
            <a:chExt cx="795537" cy="7955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632951" y="5845299"/>
            <a:ext cx="374303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60384" y="313952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98458" y="362188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and Kafka are actually the same thing—just marketing jargon to confuse freshers in job interviews and make senior developers feel smart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158466" y="6041156"/>
            <a:ext cx="28575" cy="795486"/>
            <a:chOff x="0" y="0"/>
            <a:chExt cx="38100" cy="1060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874502" y="5742905"/>
            <a:ext cx="596653" cy="596653"/>
            <a:chOff x="0" y="0"/>
            <a:chExt cx="795537" cy="7955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985602" y="5845299"/>
            <a:ext cx="374303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13035" y="708287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51109" y="756523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orders the product, API delivers it on a bike, and both take turns writing your 5-star review because you're too lazy to do it yourself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3577" y="373261"/>
            <a:ext cx="4455616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Answer Key Revealed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3577" y="1150441"/>
            <a:ext cx="8545563" cy="1446460"/>
            <a:chOff x="0" y="0"/>
            <a:chExt cx="11394083" cy="19286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3150" y="1300014"/>
            <a:ext cx="448716" cy="448716"/>
            <a:chOff x="0" y="0"/>
            <a:chExt cx="598288" cy="598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796529" y="1423244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3150" y="1879252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150" y="2150864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APIs act as intermediaries, just like waiters taking orders between you and the kitchen!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18711" y="1150441"/>
            <a:ext cx="8545711" cy="1446460"/>
            <a:chOff x="0" y="0"/>
            <a:chExt cx="11394282" cy="1928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68284" y="1300014"/>
            <a:ext cx="448716" cy="448716"/>
            <a:chOff x="0" y="0"/>
            <a:chExt cx="598288" cy="598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491662" y="1423244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368284" y="1879252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8284" y="2150864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C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POST method saves new items to cart. Poor connectivity = incomplete saves!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3577" y="2746474"/>
            <a:ext cx="8545563" cy="1446460"/>
            <a:chOff x="0" y="0"/>
            <a:chExt cx="11394083" cy="19286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3150" y="2896046"/>
            <a:ext cx="448716" cy="448716"/>
            <a:chOff x="0" y="0"/>
            <a:chExt cx="598288" cy="598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796529" y="3019276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545" t="0" r="-4545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3150" y="3475285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3150" y="3746896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OAuth 2.0 lets one service vouch for you on another, enabling social logins!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18711" y="2746474"/>
            <a:ext cx="8545711" cy="1446460"/>
            <a:chOff x="0" y="0"/>
            <a:chExt cx="11394282" cy="19286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68284" y="2896046"/>
            <a:ext cx="448716" cy="448716"/>
            <a:chOff x="0" y="0"/>
            <a:chExt cx="598288" cy="59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491662" y="3019276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368284" y="3475285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68284" y="3746896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Kafka streams real-time data like GPS locations for live tracking updates!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23577" y="4361110"/>
            <a:ext cx="8545563" cy="1446460"/>
            <a:chOff x="0" y="0"/>
            <a:chExt cx="11394083" cy="19286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3150" y="4510682"/>
            <a:ext cx="448716" cy="448716"/>
            <a:chOff x="0" y="0"/>
            <a:chExt cx="598288" cy="598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796529" y="4633912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090" r="0" b="-909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73150" y="5089922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3150" y="5361534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Topics categorise messages, partitions enable parallel processing for scalability!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18711" y="4361110"/>
            <a:ext cx="8545711" cy="1446460"/>
            <a:chOff x="0" y="0"/>
            <a:chExt cx="11394282" cy="192861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68284" y="4510682"/>
            <a:ext cx="448716" cy="448716"/>
            <a:chOff x="0" y="0"/>
            <a:chExt cx="598288" cy="59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46" id="46" descr="preencoded.png"/>
          <p:cNvSpPr/>
          <p:nvPr/>
        </p:nvSpPr>
        <p:spPr>
          <a:xfrm flipH="false" flipV="false" rot="0">
            <a:off x="9491662" y="4633912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6818" r="0" b="-6818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368284" y="5089922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68284" y="5361534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Producers create/publish content, consumers receive and process those notifications!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23577" y="5957144"/>
            <a:ext cx="8545563" cy="1446460"/>
            <a:chOff x="0" y="0"/>
            <a:chExt cx="11394083" cy="192861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73150" y="6106716"/>
            <a:ext cx="448716" cy="448716"/>
            <a:chOff x="0" y="0"/>
            <a:chExt cx="598288" cy="598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53" id="53" descr="preencoded.png"/>
          <p:cNvSpPr/>
          <p:nvPr/>
        </p:nvSpPr>
        <p:spPr>
          <a:xfrm flipH="false" flipV="false" rot="0">
            <a:off x="796529" y="6229945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6818" r="0" b="-6818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73150" y="6685955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3150" y="6957566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Kafka streams live events in milliseconds, faster than traditional broadcast delays!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18711" y="5957144"/>
            <a:ext cx="8545711" cy="1446460"/>
            <a:chOff x="0" y="0"/>
            <a:chExt cx="11394282" cy="19286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68284" y="6106716"/>
            <a:ext cx="448716" cy="448716"/>
            <a:chOff x="0" y="0"/>
            <a:chExt cx="598288" cy="598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60" id="60" descr="preencoded.png"/>
          <p:cNvSpPr/>
          <p:nvPr/>
        </p:nvSpPr>
        <p:spPr>
          <a:xfrm flipH="false" flipV="false" rot="0">
            <a:off x="9491662" y="6229945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9368284" y="6685955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8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368284" y="6957566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APIs handle requests/responses, Kafka streams continuous real-time status updates!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23577" y="7646539"/>
            <a:ext cx="17240845" cy="28129"/>
            <a:chOff x="0" y="0"/>
            <a:chExt cx="22987793" cy="3750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987763" cy="37465"/>
            </a:xfrm>
            <a:custGeom>
              <a:avLst/>
              <a:gdLst/>
              <a:ahLst/>
              <a:cxnLst/>
              <a:rect r="r" b="b" t="t" l="l"/>
              <a:pathLst>
                <a:path h="37465" w="22987763">
                  <a:moveTo>
                    <a:pt x="0" y="0"/>
                  </a:moveTo>
                  <a:lnTo>
                    <a:pt x="22987763" y="0"/>
                  </a:lnTo>
                  <a:lnTo>
                    <a:pt x="22987763" y="37465"/>
                  </a:lnTo>
                  <a:lnTo>
                    <a:pt x="0" y="37465"/>
                  </a:lnTo>
                  <a:close/>
                </a:path>
              </a:pathLst>
            </a:custGeom>
            <a:solidFill>
              <a:srgbClr val="CAD6DE">
                <a:alpha val="24706"/>
              </a:srgbClr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523577" y="7870329"/>
            <a:ext cx="2112169" cy="2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Scoring Guide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23577" y="8518922"/>
            <a:ext cx="5622280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454622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Perfect Score!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23577" y="9394775"/>
            <a:ext cx="5622280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You're an API-Kafka master! Time to put these skills on your CV and demand a raise!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332785" y="8518922"/>
            <a:ext cx="5622280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5-7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63830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Pretty Good!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32785" y="9394775"/>
            <a:ext cx="5622280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Solid understanding! A few more samosas and revision sessions will get you to expert level!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141994" y="8518922"/>
            <a:ext cx="5622429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0-4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073187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Keep Learning!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41994" y="9394775"/>
            <a:ext cx="5622429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Don't worry—even the best developers started somewhere! Time for more practice and chai breaks!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DAG4eJTno_M</dc:identifier>
  <dcterms:modified xsi:type="dcterms:W3CDTF">2011-08-01T06:04:30Z</dcterms:modified>
  <cp:revision>1</cp:revision>
  <dc:title>jwj</dc:title>
</cp:coreProperties>
</file>